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1809" y="1683841"/>
            <a:ext cx="592038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11809" y="2515642"/>
            <a:ext cx="59203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992"/>
              </a:spcAft>
              <a:buNone/>
            </a:pPr>
            <a:r>
              <a:rPr lang="en-US" sz="2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Web Application (Template)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6950" y="3121968"/>
            <a:ext cx="1269950" cy="50750"/>
          </a:xfrm>
          <a:prstGeom prst="roundRect">
            <a:avLst>
              <a:gd name="adj" fmla="val 5004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11809" y="3426619"/>
            <a:ext cx="59203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system design and technology stack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85813"/>
            <a:ext cx="9144000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04788"/>
            <a:ext cx="3012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117550"/>
            <a:ext cx="1523851" cy="425351"/>
          </a:xfrm>
          <a:prstGeom prst="roundRect">
            <a:avLst>
              <a:gd name="adj" fmla="val 179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2201" y="1244501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22302" y="1000125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50690" y="1146125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50690" y="1380976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Vue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2485" y="1000125"/>
            <a:ext cx="2053382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30871" y="1146125"/>
            <a:ext cx="1796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30871" y="1380976"/>
            <a:ext cx="179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2817" y="1000125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1205" y="1146125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11205" y="1380976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1904702"/>
            <a:ext cx="1523851" cy="425351"/>
          </a:xfrm>
          <a:prstGeom prst="roundRect">
            <a:avLst>
              <a:gd name="adj" fmla="val 179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201" y="2031653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22302" y="1787277"/>
            <a:ext cx="6413748" cy="660202"/>
          </a:xfrm>
          <a:prstGeom prst="roundRect">
            <a:avLst>
              <a:gd name="adj" fmla="val 11542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07084" y="1933277"/>
            <a:ext cx="62441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/ AWS API Gateway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07084" y="2168128"/>
            <a:ext cx="6244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Auth, Rate Limiting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2691854"/>
            <a:ext cx="1523851" cy="425351"/>
          </a:xfrm>
          <a:prstGeom prst="roundRect">
            <a:avLst>
              <a:gd name="adj" fmla="val 179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201" y="2818805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22302" y="2574429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50690" y="2720429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50690" y="2955280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2485" y="2574429"/>
            <a:ext cx="2053382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30871" y="2720429"/>
            <a:ext cx="1796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30871" y="2955280"/>
            <a:ext cx="179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2817" y="2574429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1205" y="2720429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11205" y="2955280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950" y="3479006"/>
            <a:ext cx="1523851" cy="425351"/>
          </a:xfrm>
          <a:prstGeom prst="roundRect">
            <a:avLst>
              <a:gd name="adj" fmla="val 17915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2201" y="360595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22302" y="3361581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350690" y="3507581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50690" y="3742432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02485" y="3361581"/>
            <a:ext cx="2053382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530871" y="3507581"/>
            <a:ext cx="1796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30871" y="3742432"/>
            <a:ext cx="179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2817" y="3361581"/>
            <a:ext cx="2053233" cy="660202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  <a:effectLst>
            <a:outerShdw sx="100000" sy="100000" kx="0" ky="0" algn="bl" rotWithShape="0" blurRad="101600" dist="3592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11205" y="3507581"/>
            <a:ext cx="1796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11205" y="3742432"/>
            <a:ext cx="1796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/ RabbitMQ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85813"/>
            <a:ext cx="9144000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04788"/>
            <a:ext cx="263745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00125"/>
            <a:ext cx="3057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Choices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546175"/>
            <a:ext cx="305719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architecture is built on modern, scalable technologies to ensure high performance.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188518"/>
            <a:ext cx="2997250" cy="93940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2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</a:t>
            </a:r>
            <a:endParaRPr lang="en-US" sz="12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</a:t>
            </a:r>
            <a:endParaRPr lang="en-US" sz="1200" dirty="0"/>
          </a:p>
          <a:p>
            <a:pPr algn="l" marL="95250" indent="-9525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CI/CD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59101" y="1000125"/>
            <a:ext cx="4876949" cy="3952875"/>
          </a:xfrm>
          <a:prstGeom prst="roundRect">
            <a:avLst>
              <a:gd name="adj" fmla="val 2570"/>
            </a:avLst>
          </a:prstGeom>
          <a:solidFill>
            <a:srgbClr val="EAEC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49601" y="1190625"/>
            <a:ext cx="4495949" cy="67017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87701" y="1190625"/>
            <a:ext cx="0" cy="670173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2751" y="1317575"/>
            <a:ext cx="42491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&amp; TypeScript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52751" y="1556147"/>
            <a:ext cx="42491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 with strong type safety.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49601" y="1987748"/>
            <a:ext cx="4495949" cy="67017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87701" y="1987748"/>
            <a:ext cx="0" cy="670173"/>
          </a:xfrm>
          <a:prstGeom prst="line">
            <a:avLst/>
          </a:prstGeom>
          <a:noFill/>
          <a:ln w="762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2751" y="2114699"/>
            <a:ext cx="42491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&amp; 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52751" y="2353270"/>
            <a:ext cx="42491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for Gateway, Go for high-performance services.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49601" y="2784872"/>
            <a:ext cx="4495949" cy="67017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87701" y="2784872"/>
            <a:ext cx="0" cy="670173"/>
          </a:xfrm>
          <a:prstGeom prst="line">
            <a:avLst/>
          </a:prstGeom>
          <a:noFill/>
          <a:ln w="762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52751" y="2911822"/>
            <a:ext cx="42491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Docker &amp; K8s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52751" y="3150394"/>
            <a:ext cx="42491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orchestration for auto-scaling and resilience.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49601" y="3581995"/>
            <a:ext cx="4495949" cy="67017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87701" y="3581995"/>
            <a:ext cx="0" cy="670173"/>
          </a:xfrm>
          <a:prstGeom prst="line">
            <a:avLst/>
          </a:prstGeom>
          <a:noFill/>
          <a:ln w="762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2751" y="3708946"/>
            <a:ext cx="42491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ELK &amp; Prometheus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52751" y="3947517"/>
            <a:ext cx="42491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logging, monitoring, and alerting.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Architecture</dc:title>
  <dc:subject>PptxGenJS Presentation</dc:subject>
  <dc:creator>AI Assistant</dc:creator>
  <cp:lastModifiedBy>AI Assistant</cp:lastModifiedBy>
  <cp:revision>1</cp:revision>
  <dcterms:created xsi:type="dcterms:W3CDTF">2026-03-28T14:24:12Z</dcterms:created>
  <dcterms:modified xsi:type="dcterms:W3CDTF">2026-03-28T14:24:12Z</dcterms:modified>
</cp:coreProperties>
</file>